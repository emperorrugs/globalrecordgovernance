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Pause for 3 seconds. Then: 'Good morning. GRGF is the first deterministic trust layer for institutional governance. Today I'll show you what it does, how it works, and why it matters.'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problem is NOT digitization — governments are digitized. The problem is that digital systems don't produce verifiable evidence of what happened. GRGF fills this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GRGF is infrastructure, not a product. It's the DNS of institutional trust — a neutral layer that makes governance actions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column. Record = structured capture. Lock = cryptographic seal. Verify = external trust. The three-step lifecycle is the core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Every capability listed was tested live. 13 steps passed, 2 architecturally confirmed. Public verification and supersession are now fully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No blockchain required. No AI dependency. Pure cryptographic integrity with standard infrastructure. Can be deployed on-premise in any sovereign jurisdiction.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2-3 use cases relevant to your audience. For government CIOs: procurement + inspections. For multilaterals: justice + health. For investors: all six demonstrate market breadth.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GRGF doesn't compete with ERPs or blockchains. It sits beneath them as a trust layer. ERPs manage process. Blockchains manage consensus. GRGF manages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model is infrastructure-grade: annual institutional licenses (not SaaS seats), module marketplace, verification API fees, and academy certifications. This mirrors how SWIFT, DNS registrars, and standards bodies monetize.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strong: 'GRGF is not a concept. It's a working system. We've validated it. We're ready for pilot partners and institutional investors who understand that truth infrastructure is the next frontier.'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GRGF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Record Governance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of Truth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&amp; Institutional Briefing — March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Tarek Wahid — Inventor &amp; Principal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 make 2.4 billion governance decisions annually — most leave no verifiable trace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trust is declining globally: 63% of citizens distrust public records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neutral, deterministic system exists to prove what actually happened at execution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systems record what was reported — not what occurred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proof-based governance, accountability is structurally impossible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"Trust-based governance has reached its structural limit."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GRGF is the execution-time truth layer for Digital Public Infrastructure.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governance actions, decisions, and events at execution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each record to authority, context, and cryptographic proof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tamper-proof, independently verifiable evidence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public verification without exposing confidential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as neutral infrastructure — not a vendor product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 →  Lock  →  Verify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62432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2624328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RECORD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2585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governance event with full authority context, metadata, and provenance at execution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8728" y="1828800"/>
            <a:ext cx="262432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1828800"/>
            <a:ext cx="2624328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20116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1608" y="2468880"/>
            <a:ext cx="22585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deterministic SHA-256 hash, link to chain via previous_hash, seal permanently with verification manifest.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36792" y="1828800"/>
            <a:ext cx="262432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6792" y="1828800"/>
            <a:ext cx="2624328" cy="54864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0116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468880"/>
            <a:ext cx="22585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party can independently verify integrity via public token — no login required. Tamper = instant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 STEPS PASSED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6 — Prototype in Relevant Environment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3108960"/>
        </p:xfrm>
        <a:graphic>
          <a:graphicData uri="http://schemas.openxmlformats.org/drawingml/2006/table">
            <a:tbl>
              <a:tblPr/>
              <a:tblGrid>
                <a:gridCol w="548640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SHA-256 Hashing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Lifecycle (Draft → Sealed)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 Detection &amp; Hash Mismatch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 Integrity (previous_hash)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Verification (no-auth)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IMPLEMENTED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Supersession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IMPLEMENTED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 (append-only)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Multi-Tenant RLS Isolation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Tailwind CSS — Enterprise-grade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11680"/>
            <a:ext cx="54864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042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/ Verification / Audit / Access / Chain — Domain-driven 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743200"/>
            <a:ext cx="54864" cy="594360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035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SHA-256 via Web Crypto API — Deterministic canonicalization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474720"/>
            <a:ext cx="54864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7673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Row-Level Security — 20+ tables, 9 roles, append-only audit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Sovereign-deployable: No vendor lock-in. No cloud dependency. Full on-premise capability.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74904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8686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approval chains for public spending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74904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280160"/>
            <a:ext cx="54864" cy="8686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 inspection records with authority binding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74904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331720"/>
            <a:ext cx="54864" cy="8686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Courts &amp; Justice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judicial decisions and custody chains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374904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331720"/>
            <a:ext cx="54864" cy="8686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permit issuance with public verification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374904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383280"/>
            <a:ext cx="54864" cy="8686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Administration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822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event records for oversight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374904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3383280"/>
            <a:ext cx="54864" cy="8686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822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project governance with full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GRGF is not an ERP. Not a blockchain. Not an AI workflow.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 / GovTech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Blockchain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GRGF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automation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ledger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Execution-time truth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Integrity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logs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Consensus-based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hashing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Verify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Built-in, simple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Sovereignty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Vendor-dependent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Network-dependent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sovereign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 +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+ 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Infrastructure-grade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GRGF creates a new category: Governance Record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73152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53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Deployments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installations for ministries, regulators, courts — annual licensing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219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Marketplace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532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templates, policy engines, compliance packs — per-module pricing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90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401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Per-verification pricing for external integrations and third-party systems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886200"/>
            <a:ext cx="54864" cy="73152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59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Certification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270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programs for governance officers, auditors, and institutional staff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G20 Digital Public Infrastructure initiative creates global adoption window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Post-pandemic institutional trust is at historic lows — demand for proof-based governance is accelerating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competing system provides deterministic, execution-time truth for governance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 in a $47B+ governance technology market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prototype validated — ready for pilot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7680960" cy="36576"/>
          </a:xfrm>
          <a:prstGeom prst="rect">
            <a:avLst/>
          </a:prstGeom>
          <a:solidFill>
            <a:srgbClr val="00A4E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"GRGF does not interpret reality. It records it — immutably."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tarek@globalrecordgovernance.com  |  globalrecordgovernance.com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GRGF — Global Record Governance Framework</dc:title>
  <dc:subject>PptxGenJS Presentation</dc:subject>
  <dc:creator>Tarek Wahid</dc:creator>
  <cp:lastModifiedBy>Tarek Wahid</cp:lastModifiedBy>
  <cp:revision>1</cp:revision>
  <dcterms:created xsi:type="dcterms:W3CDTF">2026-03-30T23:12:22Z</dcterms:created>
  <dcterms:modified xsi:type="dcterms:W3CDTF">2026-03-30T23:12:22Z</dcterms:modified>
</cp:coreProperties>
</file>