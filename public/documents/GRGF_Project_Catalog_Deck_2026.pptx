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RECORD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FRAMEWORK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8288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CATALOG &amp; INSTITUTIONAL PROPOSAL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Authority Edition —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and Owned by Tarek Wahid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Patent No. CA 3,300,102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INSTITUTIONAL DISTRIBUTION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$2.6 Trillion Annual Governance Integrity Gap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371600"/>
            <a:ext cx="2286000" cy="164592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0" y="1463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$2.6T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4864" cy="5029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6276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systems allow records to be altered or deleted without detection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54864" cy="5029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57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Execution-Time Capture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3134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record intentions, not what actually happened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54864" cy="5029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Verification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999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and auditors cannot verify record authenticity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54864" cy="5029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29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Cross-Border Trust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685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infrastructure to verify claims across jurisdictions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4864" cy="5029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Omission 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3708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required actions are NOT taken, no evidence is captured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GRGF — The Infrastructure of Truth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377440" cy="1463040"/>
          </a:xfrm>
          <a:prstGeom prst="rect">
            <a:avLst/>
          </a:prstGeom>
          <a:solidFill>
            <a:srgbClr val="1B6B9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governance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at execution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66160" y="1371600"/>
            <a:ext cx="2377440" cy="146304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+ chain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+ authority seal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2377440" cy="146304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integrity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by anyone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GRGF does not interpret reality. It records it — immutably.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Authority-bound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Omission-aware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Sovereignty-preserving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Federation-ready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SIX-LAYER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5486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05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005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005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event capture with enforced schema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45920"/>
            <a:ext cx="54864" cy="5486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645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Binding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records to authorizing entity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286000"/>
            <a:ext cx="54864" cy="5486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Backbone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Merkle transparency log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926080"/>
            <a:ext cx="54864" cy="5486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926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integrity checking endpoints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566160"/>
            <a:ext cx="54864" cy="5486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566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566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5661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Merkle root witness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206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2024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Oversight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0624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 history and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VALIDATION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0" y="274320"/>
            <a:ext cx="2194560" cy="91440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0" y="320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15/15 PASS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0" y="777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6 Validated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5669280" cy="384048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1097280"/>
              </a:tblGrid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Creation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Save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for Review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Detail View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Review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Record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Seal Record (SHA-256)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Generation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Verification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Verification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 Detection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Update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Sealed Immutability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Integrity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126 GOVERNANCE APPLICATIONS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 Governance Sectors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Admin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apps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128016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28016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4173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apps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8016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173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Banking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apps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95160" y="128016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28016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4173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apps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246888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46888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 &amp; Legal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apps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697480" y="246888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97480" y="246888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3017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apps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846320" y="246888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46888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Services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017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apps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995160" y="246888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95160" y="246888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95160" y="3017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apps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48640" y="365760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365760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206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apps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2697480" y="365760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697480" y="365760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42" name="Text 40"/>
          <p:cNvSpPr/>
          <p:nvPr/>
        </p:nvSpPr>
        <p:spPr>
          <a:xfrm>
            <a:off x="269748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97480" y="4206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apps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4846320" y="365760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365760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&amp; Energy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0" y="4206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apps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6995160" y="3657600"/>
            <a:ext cx="196596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95160" y="3657600"/>
            <a:ext cx="196596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0" name="Text 48"/>
          <p:cNvSpPr/>
          <p:nvPr/>
        </p:nvSpPr>
        <p:spPr>
          <a:xfrm>
            <a:off x="699516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Services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95160" y="4206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apps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6400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Treasury 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914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policy decisions, Cabinet directives, ministerial approvals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0" y="914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$5.65B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91640"/>
            <a:ext cx="54864" cy="6400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GovTech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GovTech Maturity Index verification backbone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1691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190+ States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804672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468880"/>
            <a:ext cx="54864" cy="6400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DGPF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governance policy compliance infrastructure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2468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 Countries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246120"/>
            <a:ext cx="54864" cy="6400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Authority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governance, drug approvals, facility inspections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32461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$2.25B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023360"/>
            <a:ext cx="54864" cy="6400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Infrastructure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4023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permits, safety inspections, infrastructure lifecycle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4023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$3.59B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POSITION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ERP. Not a blockchain. Not an AI platform. The missing trust layer.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200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371600"/>
                <a:gridCol w="137160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GRGF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ERP/GovTech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Workflow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 Binding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Omission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Sovereignty Preservation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Cross-Border Federation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 &amp; PRICING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7772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License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005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apps, 1 sector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005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$150K–$500K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20240"/>
            <a:ext cx="54864" cy="7772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Deployment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sectors, multi-institution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$2M–$15M/yr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804672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34640"/>
            <a:ext cx="54864" cy="7772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Edition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834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sectors, 126 apps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$15M–$50M+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49040"/>
            <a:ext cx="54864" cy="7772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Federation Node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bilateral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749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GRGF IS READY.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8288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sovereign-grade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infrastructure for Digital Public Infrastructure.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Government: Request sovereign deployment briefing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Multilateral: Schedule DPI alignment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Investors: Request $1B valuation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Partners: Explore federation protocol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and Owned by Tarek Wahid · Canadian Patent No. CA 3,300,102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4572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globalrecordgovernance.lovable.app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GRGF — Project Catalog &amp; Institutional Proposal 2026</dc:title>
  <dc:subject>PptxGenJS Presentation</dc:subject>
  <dc:creator>Tarek Wahid</dc:creator>
  <cp:lastModifiedBy>Tarek Wahid</cp:lastModifiedBy>
  <cp:revision>1</cp:revision>
  <dcterms:created xsi:type="dcterms:W3CDTF">2026-03-30T23:31:38Z</dcterms:created>
  <dcterms:modified xsi:type="dcterms:W3CDTF">2026-03-30T23:31:38Z</dcterms:modified>
</cp:coreProperties>
</file>