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GRGF DPI – Executive Visual Binder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Governance-Grade Digital Public Infrastructure</a:t>
            </a:r>
          </a:p>
          <a:p>
            <a:r>
              <a:t>Board, Ministerial &amp; Multilateral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GRGF Is (and Is Not)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IS: Neutral evidence backbone for public-sector actions and omissions</a:t>
            </a:r>
          </a:p>
          <a:p>
            <a:pPr/>
            <a:r>
              <a:t>IS: Governance-grade DPI complementing identity, payments, and data exchange</a:t>
            </a:r>
          </a:p>
          <a:p>
            <a:pPr/>
            <a:r>
              <a:t>IS NOT: Surveillance system or decision engine</a:t>
            </a:r>
          </a:p>
          <a:p>
            <a:pPr/>
            <a:r>
              <a:t>IS NOT: Replacement for departmental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Governance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Digitized services lack verifiable accountability</a:t>
            </a:r>
          </a:p>
          <a:p>
            <a:pPr/>
            <a:r>
              <a:t>Omissions and delays are largely invisible</a:t>
            </a:r>
          </a:p>
          <a:p>
            <a:pPr/>
            <a:r>
              <a:t>Audits rely on reconstruction, not evidence</a:t>
            </a:r>
          </a:p>
          <a:p>
            <a:pPr/>
            <a:r>
              <a:t>Public trust is increasingly fragile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GRGF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Records actions and omissions as verifiable events</a:t>
            </a:r>
          </a:p>
          <a:p>
            <a:pPr/>
            <a:r>
              <a:t>Append-only ledger with cryptographic integrity</a:t>
            </a:r>
          </a:p>
          <a:p>
            <a:pPr/>
            <a:r>
              <a:t>Public verification without personal data exposure</a:t>
            </a:r>
          </a:p>
          <a:p>
            <a:pPr/>
            <a:r>
              <a:t>Independent, neutral system-of-systems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→ Control → Evidence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Policy: Laws, mandates, and regulations</a:t>
            </a:r>
          </a:p>
          <a:p>
            <a:pPr/>
            <a:r>
              <a:t>Control: Authority checks and policy enforcement</a:t>
            </a:r>
          </a:p>
          <a:p>
            <a:pPr/>
            <a:r>
              <a:t>Event: Action taken or omission detected</a:t>
            </a:r>
          </a:p>
          <a:p>
            <a:pPr/>
            <a:r>
              <a:t>Evidence: Hashes, timestamps, Merkle proofs</a:t>
            </a:r>
          </a:p>
          <a:p>
            <a:pPr/>
            <a:r>
              <a:t>Verification: Internal and public integrity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System A: Evidence Backbone (mandatory first)</a:t>
            </a:r>
          </a:p>
          <a:p>
            <a:pPr/>
            <a:r>
              <a:t>Collector, policy engine, append-only ledger, proof builder</a:t>
            </a:r>
          </a:p>
          <a:p>
            <a:pPr/>
            <a:r>
              <a:t>System B: Document Processing (optional, phased)</a:t>
            </a:r>
          </a:p>
          <a:p>
            <a:pPr/>
            <a:r>
              <a:t>Pilot@Scale behaves like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Zero PII in public proofs</a:t>
            </a:r>
          </a:p>
          <a:p>
            <a:pPr/>
            <a:r>
              <a:t>Pseudonymization at ingestion</a:t>
            </a:r>
          </a:p>
          <a:p>
            <a:pPr/>
            <a:r>
              <a:t>Encryption and WORM retention</a:t>
            </a:r>
          </a:p>
          <a:p>
            <a:pPr/>
            <a:r>
              <a:t>Auditor-grade integrity guarantees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audit and dispute resolution costs</a:t>
            </a:r>
          </a:p>
          <a:p>
            <a:pPr/>
            <a:r>
              <a:t>Early detection of process failures</a:t>
            </a:r>
          </a:p>
          <a:p>
            <a:pPr/>
            <a:r>
              <a:t>Improved transparency and trust</a:t>
            </a:r>
          </a:p>
          <a:p>
            <a:pPr/>
            <a:r>
              <a:t>Exceptional ROI with controlled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Adoption risk: mitigated by read-only pilot</a:t>
            </a:r>
          </a:p>
          <a:p>
            <a:pPr/>
            <a:r>
              <a:t>Privacy risk: mitigated by zero-PII design</a:t>
            </a:r>
          </a:p>
          <a:p>
            <a:pPr/>
            <a:r>
              <a:t>Political risk: mitigated by neutrality doctrine</a:t>
            </a:r>
          </a:p>
          <a:p>
            <a:pPr/>
            <a:r>
              <a:t>Scale risk: mitigated by phased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Go-Live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technical and governance gates met</a:t>
            </a:r>
          </a:p>
          <a:p>
            <a:pPr/>
            <a:r>
              <a:t>Security, privacy, and DR validated</a:t>
            </a:r>
          </a:p>
          <a:p>
            <a:pPr/>
            <a:r>
              <a:t>Initial partners identified</a:t>
            </a:r>
          </a:p>
          <a:p>
            <a:pPr/>
            <a:r>
              <a:t>Recommendation: APPROVE PILOT@SCALE GO-LIVE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